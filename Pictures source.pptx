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8E41-EBA1-3D77-1754-33C664E7D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D4382-3A93-E7BC-4663-D356C157F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F8F45-5C1D-67C8-13DE-C459D112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56D66-9856-D192-E162-303D9D30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581-F77E-2770-7EEE-351B2BD6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86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6AE7-6E96-B24F-63BD-E3C7C4D7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C7293-B57A-339C-BD00-94FD1175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8EEF5-15C3-B4E0-25B3-57B49F7E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0107-7742-D650-ED21-13507C41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55F40-5E22-4C6D-8080-FDDF5760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3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96B6-7F97-5C85-A286-1FC9EB281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BD0D6-98A4-2319-C3ED-8F550D4ED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1CDE6-DF09-ECA0-4507-480B1492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199D8-DEA4-A4B8-A9AF-10BA7798D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E195-B554-1D90-A25C-E8ADDAC3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60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6405-CD1F-80A6-29C6-F0DB501C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CF322-C110-3BB2-9788-637C02783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D88A9-04C8-DF5F-AE20-82913FAEC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EE16A-95D3-682A-2763-F1FBCC20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2BF63-47A6-0B27-F558-C9C4A82F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8C47F-6CB8-8CAD-D02C-954B7A84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27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7915-C6E8-5667-6CF2-337C865E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A8876-5338-A8E1-67E7-B6E08CC04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4BF34-10F7-90EC-25C0-0ACA77500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B2A97-2838-80E2-3972-641EEED1D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6F528-4CAE-13D0-6178-456F8C84C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A2295-DEE8-37E6-5750-98503759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46291-9DC5-D15A-1192-316C23C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55D403-B482-EDF0-E209-50FDBEAC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82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86D5-BDAB-B267-7DB3-2866C27A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11B2-EB7D-379A-6898-29D5663A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0A17-93A6-FCD3-32E2-7EB18B8F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F5557-7F4B-5763-5B26-104B8D21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3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09125-D906-1E91-FEE5-F985C6FB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18BCD-DB50-5A70-49B8-506B769C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D26EA-E10F-CAC2-EF35-B780BA2B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77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EC7F-312A-7021-8589-9918284C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6FFE-FDF6-46BE-5329-0C035BD92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6D94D-2A1D-78A3-21D0-B5C97F81A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001F4-C158-47D1-175B-DBA0212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CFA77-0297-6216-68F3-2BAABA80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A360C-7462-A093-BDE0-B16E879A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66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45F2-7BA0-7D5F-FE36-514AD66A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DCCDC-AB83-EF50-E756-8600876B7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66A71-BD77-A1DD-2218-938B9D0C7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67F48-3E6B-C539-04EE-271E074BD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1CB33-9500-18B8-DABC-01D34606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4A522-CF9C-9192-7F05-4F19E3B8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46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1BFE-807C-D106-A700-E4ABC71A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D04F1-D1A2-0ABF-090B-0FE515D04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51F3-BC45-241C-F1BD-1AA1C4C5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CB210-0337-B2EB-EF4A-ECB009A0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1024F-FE43-85AB-40BA-BAFD8DC2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4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A0CEA-23A8-BB13-2A1F-4E3096E7A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8EC8D-E305-C47A-D3CE-F2AEC9283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C9D8-F6A3-F39F-DE31-8958191D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D7648-CD3C-4DE3-DD33-F2C83CB8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8D669-2442-42F6-406F-2BB14D1B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02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3BB82-6A92-45C2-096F-CF5148E2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A00DA-A03F-F902-BB07-95EA6653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331AD-0805-EA4E-F3E0-F64AD303B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D7382-C834-4C13-8810-0E1CDCC28513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D5563-9C2D-260F-C871-EC674E1C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C854-514C-FA2C-BA39-AB05FEE6A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3BCB2-1C9C-48E5-8541-CF38377A2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10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Рисунок 1">
            <a:extLst>
              <a:ext uri="{FF2B5EF4-FFF2-40B4-BE49-F238E27FC236}">
                <a16:creationId xmlns:a16="http://schemas.microsoft.com/office/drawing/2014/main" id="{8F20F2EA-FB84-81F9-E9AE-3463E406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03" r="24079" b="2"/>
          <a:stretch>
            <a:fillRect/>
          </a:stretch>
        </p:blipFill>
        <p:spPr>
          <a:xfrm>
            <a:off x="191086" y="171715"/>
            <a:ext cx="5813197" cy="6129087"/>
          </a:xfrm>
          <a:prstGeom prst="rect">
            <a:avLst/>
          </a:prstGeom>
        </p:spPr>
      </p:pic>
      <p:pic>
        <p:nvPicPr>
          <p:cNvPr id="7" name="Рисунок 3">
            <a:extLst>
              <a:ext uri="{FF2B5EF4-FFF2-40B4-BE49-F238E27FC236}">
                <a16:creationId xmlns:a16="http://schemas.microsoft.com/office/drawing/2014/main" id="{9328B622-1429-6D00-5E6A-18EE7D296D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64" b="-1"/>
          <a:stretch>
            <a:fillRect/>
          </a:stretch>
        </p:blipFill>
        <p:spPr>
          <a:xfrm>
            <a:off x="6196929" y="171716"/>
            <a:ext cx="5803986" cy="3171422"/>
          </a:xfrm>
          <a:prstGeom prst="rect">
            <a:avLst/>
          </a:prstGeom>
        </p:spPr>
      </p:pic>
      <p:pic>
        <p:nvPicPr>
          <p:cNvPr id="8" name="Рисунок 6">
            <a:extLst>
              <a:ext uri="{FF2B5EF4-FFF2-40B4-BE49-F238E27FC236}">
                <a16:creationId xmlns:a16="http://schemas.microsoft.com/office/drawing/2014/main" id="{832402AE-077F-F57C-2F0B-CD18AFE376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29" r="38511"/>
          <a:stretch>
            <a:fillRect/>
          </a:stretch>
        </p:blipFill>
        <p:spPr>
          <a:xfrm>
            <a:off x="6196929" y="3514856"/>
            <a:ext cx="5786386" cy="27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9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F3A2E-904C-C273-AAB4-67EC5DF8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2450333-D69A-5DA3-726A-86B5ED1FC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C5A703-AA32-FC10-E9CB-753C60CE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20" r="10883"/>
          <a:stretch>
            <a:fillRect/>
          </a:stretch>
        </p:blipFill>
        <p:spPr>
          <a:xfrm>
            <a:off x="238795" y="477866"/>
            <a:ext cx="4485314" cy="3838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1C184EB0-2803-2C92-82DC-949BF96E7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02" y="477866"/>
            <a:ext cx="6261025" cy="319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11">
            <a:extLst>
              <a:ext uri="{FF2B5EF4-FFF2-40B4-BE49-F238E27FC236}">
                <a16:creationId xmlns:a16="http://schemas.microsoft.com/office/drawing/2014/main" id="{0B8EEFF5-AB28-AB72-F6CB-050C94C75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983" y="4233482"/>
            <a:ext cx="4032944" cy="2231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CAC3D0E2-FC2A-B665-B64F-753F1D860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59" y="4689345"/>
            <a:ext cx="6625590" cy="1776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805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Novikov</dc:creator>
  <cp:lastModifiedBy>Andrey Novikov</cp:lastModifiedBy>
  <cp:revision>2</cp:revision>
  <dcterms:created xsi:type="dcterms:W3CDTF">2026-08-21T13:16:33Z</dcterms:created>
  <dcterms:modified xsi:type="dcterms:W3CDTF">2026-08-21T13:26:18Z</dcterms:modified>
</cp:coreProperties>
</file>